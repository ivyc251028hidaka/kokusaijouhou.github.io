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57" d="100"/>
          <a:sy n="57" d="100"/>
        </p:scale>
        <p:origin x="121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9D606-35C8-7A67-6147-432AB6D54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5494C3-E754-573C-C800-711AD366E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851422-17BE-2908-9590-F524795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97EB96-88A8-856A-EAA3-DCA03DCE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DD9C76-73E0-3A43-6BDA-DEDB9A6C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62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7F9F6-55EE-3FB5-4196-7667F969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A9C2F3-B4AE-2A10-AC32-9DA7DD1F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BAEDD0-BE19-FDAD-EB5D-56C2DCD0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388DA6-504C-746A-2754-1C6AC665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4C1423-6FEB-E57D-CD14-00948817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28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488EF-791F-4670-B0FC-3C344B4E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1AA81D-9068-A373-7261-5A5C84B60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9DDAD6-6210-DEFD-5CBA-7246CA79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56602E-7236-EBE4-0A31-CFAD5CA2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866A71-D39C-6102-6ED4-51C014BC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10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171A22-B028-0E5E-EB00-02888131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50AAB3-8574-3390-DFD7-A90E9B6B0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6B5673-88D5-B8C1-D76D-925521E27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EEF2AB-FC71-FA41-17DE-8CC29A68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C0ACF3-0B52-B925-F3DD-4B0FED9B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966B92-F17E-1AF4-E235-B0F39081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72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0478E-49C5-2C6D-CAA6-2E313086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CCBCAF-45EB-EFA9-BEF7-7CF2A5489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ED89AD-F1F5-F7F3-5452-33F9C20C9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4DFA22-A188-95D0-F63A-C0034E225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1DC526D-EABE-0702-4CF9-50502A2E8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CCB042-689E-817B-2518-99743539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8BBF7E-CA97-D7D4-9D64-E86F72EF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A7364D-6876-AA0A-83EF-04ED0158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22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AE7C7-65D2-057B-74AE-18C7D5F3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EB7E16-F3C0-647B-963B-92B07883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B552F5-1741-FFB9-5343-D4F01669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0EA8CD-E0F2-0BA2-2E97-1036B3D1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09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C70B05-39F9-7395-2DF4-DFCC9898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C43272-E1A8-4128-8D22-D7C035E6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32E183-8C62-6F56-9ECB-3F6AD38F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12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1B4BB-0DC3-7839-E569-BC22AADE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6CE7F3-ACAD-B8A9-CFBE-4EC30375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B72E86-4D90-22CE-19D4-190446682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2524EF-7ED5-8DE3-3C4E-5D2E6560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1F743A-9D08-2DDD-441A-EB707837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DDB598-026B-5135-6317-6B00A343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21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D8875A-0EBA-8093-CB35-285CD2ED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94C12C-2575-FAE8-64AD-5EBE781C1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D6B074-83FB-04FF-5756-EE8E2D88E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50C81D-D2F9-0D25-7497-CEB460CD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A3F251-E5B2-419A-7CF5-9E97CA6D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C83A03-326F-DA04-EEBB-3DF8DCC5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63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2666CF-A852-3783-8260-3FDF9B3A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FB8725-C455-6631-6772-154D0D05C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AE928C-4AD5-235A-93B4-3B4D32D1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E0A8C9-AC50-9B07-7F27-DDF81CF9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D330C-2C51-76FD-DCA9-81739C2F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30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330DB6-18DA-EEAF-6977-A4E357499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03EA23-4B29-BA8B-3166-89E3CB5C2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AA5D81-773D-5C63-4FA5-E6969CC7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55BA7B-3DBA-2DEF-7C95-D9FD3007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ACC4AB-4727-C6DC-B8E3-F6CF8441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99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D11047-A187-A986-4F81-C928E5C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83EEF6-E40A-4E60-8BCF-E75E3F2C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BD07A-2F75-3CE5-BA7F-18AEDB34F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C0C7C-7004-4641-8825-A3F30812D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3648C7-D6CE-A796-94B2-9C6FC4223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64EEB6-4B3B-0925-6939-50F7CBA8F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B2F84-50A1-4707-9D9D-44A76FF811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64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D3B8D-F0E6-BD32-3F4A-011A7AAD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</a:t>
            </a:r>
            <a:r>
              <a:rPr lang="en-US" altLang="ja-JP" dirty="0"/>
              <a:t>1.</a:t>
            </a:r>
            <a:r>
              <a:rPr lang="ja-JP" altLang="en-US" dirty="0"/>
              <a:t>友達がたくさんの荷物を持って歩いています。あなたならどうする？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02AAF5-82E4-2712-C2E4-D4D6D4D52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①自分から声をかけて、一緒に運ぶ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②すぐに手伝い始める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③何を持てばいいか聞いて、手伝う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④相手が大変そうか様子を見てから声をかける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434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8D9C-4C10-EC4C-CA93-0615DCCF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Q2.</a:t>
            </a:r>
            <a:r>
              <a:rPr kumimoji="1" lang="ja-JP" altLang="en-US" dirty="0"/>
              <a:t>友達が学校のことで悩んでいると</a:t>
            </a:r>
            <a:br>
              <a:rPr kumimoji="1" lang="en-US" altLang="ja-JP" dirty="0"/>
            </a:br>
            <a:r>
              <a:rPr kumimoji="1" lang="ja-JP" altLang="en-US" dirty="0"/>
              <a:t>話してきました。あなたならどうする？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4498F-3DCE-5DFE-5599-DEF1BF76B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①身近な環境を教えたり、気分転換できる方法を提案する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②「こうしてみたら？」と伝える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③悩みを整理して、一つずつ考える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④相手が少しでも安心できるように話を聞く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301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2E48E2-BECF-D181-0841-1C85C4037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Q3.</a:t>
            </a:r>
            <a:r>
              <a:rPr kumimoji="1" lang="ja-JP" altLang="en-US" dirty="0"/>
              <a:t>グループで作業をしていて、一人だけ作業が遅れています。あなたならどうする？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E9206E-2648-5851-8242-78144463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①「一緒にやろう」と声をかける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②自分ができる作業を見つけて、すぐに手伝う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③アドバイスを考える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④その人が困っていることを聞いてから手伝う</a:t>
            </a:r>
          </a:p>
        </p:txBody>
      </p:sp>
    </p:spTree>
    <p:extLst>
      <p:ext uri="{BB962C8B-B14F-4D97-AF65-F5344CB8AC3E}">
        <p14:creationId xmlns:p14="http://schemas.microsoft.com/office/powerpoint/2010/main" val="305583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D297AA-1BF5-37FC-5DD0-A5FAB69F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Q4.</a:t>
            </a:r>
            <a:r>
              <a:rPr kumimoji="1" lang="ja-JP" altLang="en-US" dirty="0"/>
              <a:t>学校に転校生が来た。周りになじめるために、あなたならどうする？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B20026-9EBC-27CE-AC20-03E331461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①自分から話しかけて、みんなの輪に誘う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②楽しめそうなことに誘って、一緒に過ごす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③学校のことやルールを分かりやすく教える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④その人のペースに合わせながら関わりを持つ</a:t>
            </a:r>
          </a:p>
        </p:txBody>
      </p:sp>
    </p:spTree>
    <p:extLst>
      <p:ext uri="{BB962C8B-B14F-4D97-AF65-F5344CB8AC3E}">
        <p14:creationId xmlns:p14="http://schemas.microsoft.com/office/powerpoint/2010/main" val="321438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5225B-7C0E-1549-299E-6619F773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Q5.</a:t>
            </a:r>
            <a:r>
              <a:rPr kumimoji="1" lang="ja-JP" altLang="en-US" dirty="0"/>
              <a:t>家族が忙しそうにしているとき、あなたはどうすることが多い？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E9EE90-90AE-CCB2-3945-1B8E6175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①兄弟の面倒を進んで見る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②インターホンの対応をする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③やることを整理して、効率よく進める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④優先順位を考えて、手伝う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5833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C29AA-A912-6F94-D414-7557A8B1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Q6.</a:t>
            </a:r>
            <a:r>
              <a:rPr kumimoji="1" lang="ja-JP" altLang="en-US" dirty="0"/>
              <a:t>友達が勉強で分からないところがあると言っています。あなたならどうする？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731E10-AFD8-8DD5-B28F-C60B5B02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①隣で一緒に問題を解いてみる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②ゲームや例えを使って楽しく教える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③どこが分からないのか確認して、説明する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④相手のペースに合わせてゆっくり教える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17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925DE-F3C0-B9B1-A90D-E9EA9CA1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Q7.</a:t>
            </a:r>
            <a:r>
              <a:rPr kumimoji="1" lang="ja-JP" altLang="en-US" dirty="0"/>
              <a:t>みんなで地域のイベントの準備をしています。作業がなかなか進みません。あなたならどうする？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D761A1-B061-AAE7-DA62-DF0A69885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①「みんなでやろう！」と声をかけて働き始める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②楽しくできる方法を考えて、みんなを盛り上げる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③やることを書き出して、順番に進める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④それぞれが無理なくできる仕事を考える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161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B1C70-7047-BF0A-EE65-A5ECA36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Q8.</a:t>
            </a:r>
            <a:r>
              <a:rPr kumimoji="1" lang="ja-JP" altLang="en-US" dirty="0"/>
              <a:t>電車やバスで、年配の人が立っています。席が空いたらどうする？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C650EA-DF0C-6C44-62B5-977C0E648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①「どうぞ」と声をかける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②すぐに立って席を譲る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③相手が笑顔になれるように、明るく優しく声をかける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④必要か様子を見てから声をかける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472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AC5A0C-7867-2615-F765-D3D953C1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Q9.</a:t>
            </a:r>
            <a:r>
              <a:rPr kumimoji="1" lang="ja-JP" altLang="en-US" dirty="0"/>
              <a:t>学校で友達がみんなの前で発表することになり、前日に「緊張する」と相談してきた。あなたならどうする？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77EECB-F558-F60C-1CA6-9A4118D65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①「大丈夫！」と声をかけて元気づける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②一緒に練習して発表を盛り上げる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③内容を一緒に整理する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④気持ちを聞いて落ち着けるようにする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3644038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895E1-04AC-D948-8251-D0A3FF10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Q10.</a:t>
            </a:r>
            <a:r>
              <a:rPr kumimoji="1" lang="ja-JP" altLang="en-US" dirty="0"/>
              <a:t>友達の誕生日会をみんなで準備することになりました。あなたは何をする？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170710-5BEC-BEED-483F-1A7292175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①みんなに声をかけて、準備を進める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②サプライズや楽しい企画を考える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③ゴミを減らせる飾りや、繰り返し使える道具を選ぶ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④外国の料理や遊びを紹介して、みんなで楽しめるようにする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9299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AF9C38-5001-12EA-D45F-75BF7820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Q11.</a:t>
            </a:r>
            <a:r>
              <a:rPr kumimoji="1" lang="ja-JP" altLang="en-US" dirty="0"/>
              <a:t>友達と街を歩いていて、道に迷っている人を見かけました。あなたならどうする？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EA40E3-7E27-D368-3593-9D684E436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①道案内の看板や周辺の様子を確認し、分かりやすい道を探す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②一緒に地図を見ながら目的地を探す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③場所や行き方を調べて、分かりやすく説明する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④相手が困っている様子を見ながら、必要なら声をかける</a:t>
            </a:r>
          </a:p>
        </p:txBody>
      </p:sp>
    </p:spTree>
    <p:extLst>
      <p:ext uri="{BB962C8B-B14F-4D97-AF65-F5344CB8AC3E}">
        <p14:creationId xmlns:p14="http://schemas.microsoft.com/office/powerpoint/2010/main" val="307428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7063E-7AF7-2F54-BA19-56560CCE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Q12.</a:t>
            </a:r>
            <a:r>
              <a:rPr kumimoji="1" lang="ja-JP" altLang="en-US" dirty="0"/>
              <a:t>誰かのために何かをするとき、あなたはどんなことを大切にする？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2D49B5-15DC-B324-ED23-B2C6C576E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①自然や環境を大切にし、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kumimoji="1" lang="ja-JP" altLang="en-US" dirty="0"/>
              <a:t>みんなが気持ちよく過ごせる場所を作ること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②相手が楽しんだり、笑顔になったりすること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③必要なことを整理して、役に立つこと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④相手の気持ちや状況を考えて行動すること</a:t>
            </a:r>
          </a:p>
        </p:txBody>
      </p:sp>
    </p:spTree>
    <p:extLst>
      <p:ext uri="{BB962C8B-B14F-4D97-AF65-F5344CB8AC3E}">
        <p14:creationId xmlns:p14="http://schemas.microsoft.com/office/powerpoint/2010/main" val="188232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731</Words>
  <Application>Microsoft Office PowerPoint</Application>
  <PresentationFormat>ワイド画面</PresentationFormat>
  <Paragraphs>109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Q1.友達がたくさんの荷物を持って歩いています。あなたならどうする？</vt:lpstr>
      <vt:lpstr>Q2.友達が学校のことで悩んでいると 話してきました。あなたならどうする？</vt:lpstr>
      <vt:lpstr>Q3.グループで作業をしていて、一人だけ作業が遅れています。あなたならどうする？</vt:lpstr>
      <vt:lpstr>Q4.学校に転校生が来た。周りになじめるために、あなたならどうする？</vt:lpstr>
      <vt:lpstr>Q5.家族が忙しそうにしているとき、あなたはどうすることが多い？</vt:lpstr>
      <vt:lpstr>Q6.友達が勉強で分からないところがあると言っています。あなたならどうする？</vt:lpstr>
      <vt:lpstr>Q7.みんなで地域のイベントの準備をしています。作業がなかなか進みません。あなたならどうする？</vt:lpstr>
      <vt:lpstr>Q8.電車やバスで、年配の人が立っています。席が空いたらどうする？</vt:lpstr>
      <vt:lpstr>Q9.学校で友達がみんなの前で発表することになり、前日に「緊張する」と相談してきた。あなたならどうする？</vt:lpstr>
      <vt:lpstr>Q10.友達の誕生日会をみんなで準備することになりました。あなたは何をする？</vt:lpstr>
      <vt:lpstr>Q11.友達と街を歩いていて、道に迷っている人を見かけました。あなたならどうする？</vt:lpstr>
      <vt:lpstr>Q12.誰かのために何かをするとき、あなたはどんなことを大切にする？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Q1.友達がたくさんの荷物を持って歩いています。あなたならどうする？</dc:title>
  <dc:creator>CAD08</dc:creator>
  <cp:lastModifiedBy>CAD08</cp:lastModifiedBy>
  <cp:revision>4</cp:revision>
  <dcterms:created xsi:type="dcterms:W3CDTF">2026-10-23T01:37:48Z</dcterms:created>
  <dcterms:modified xsi:type="dcterms:W3CDTF">2026-10-23T03:01:16Z</dcterms:modified>
</cp:coreProperties>
</file>